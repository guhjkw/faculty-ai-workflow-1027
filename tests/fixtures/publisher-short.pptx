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Publisher note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Publisher note for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Publisher note for 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Publisher note for slide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Publisher note for slide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6: Business-Level Strategy (short version)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Business-Level Strategy?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integrated and coordinated set of commitments and actions</a:t>
            </a:r>
          </a:p>
          <a:p>
            <a:r>
              <a:t>Answers how the firm will compete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Generic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leadership</a:t>
            </a:r>
          </a:p>
          <a:p>
            <a:r>
              <a:t>Differentiation</a:t>
            </a:r>
          </a:p>
          <a:p>
            <a:r>
              <a:t>Focused cost leadership</a:t>
            </a:r>
          </a:p>
          <a:p>
            <a:r>
              <a:t>Focused differentiation</a:t>
            </a:r>
          </a:p>
          <a:p>
            <a:r>
              <a:t>Integrated cost leadership and differentiation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Produce at the lowest cost relative to rivals</a:t>
            </a:r>
          </a:p>
          <a:p>
            <a:r>
              <a:t>Standardized products for the typical customer</a:t>
            </a:r>
          </a:p>
          <a:p>
            <a:r>
              <a:t>Value chain activities: lean operations &amp; low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pay a premium price for unique features</a:t>
            </a:r>
          </a:p>
          <a:p>
            <a:r>
              <a:t>Sources include quality, brand image and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of Each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leadership: rivals imitate</a:t>
            </a:r>
          </a:p>
          <a:p>
            <a:r>
              <a:t>Differentiation: the premium grows too large</a:t>
            </a:r>
          </a:p>
          <a:p>
            <a:r>
              <a:t>Integrated: the firm can become stuck in the middle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